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7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1097280"/>
            <a:ext cx="3108960" cy="3108960"/>
          </a:xfrm>
          <a:prstGeom prst="ellipse">
            <a:avLst/>
          </a:prstGeom>
          <a:solidFill>
            <a:srgbClr val="0F3765"/>
          </a:solidFill>
          <a:ln w="381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C72C"/>
                </a:solidFill>
              </a:rPr>
              <a:t>ΦΒΣ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1914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72C"/>
                </a:solidFill>
              </a:rPr>
              <a:t>INTRODUCING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7132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Our New Chapter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72C"/>
                </a:solidFill>
              </a:rPr>
              <a:t>newsite.psibetasigma1914.org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Austin Sigmas Chapter  ·  Phi Beta Sigma Fraternity, Inc.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60520"/>
            <a:ext cx="1097280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9EE"/>
                </a:solidFill>
              </a:rPr>
              <a:t>Launched May 2026  ·  Built for Brothers, Families &amp; Friends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72C"/>
                </a:solidFill>
              </a:rPr>
              <a:t>SITE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What's Live &amp; 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749039" cy="5212080"/>
          </a:xfrm>
          <a:prstGeom prst="rect">
            <a:avLst/>
          </a:prstGeom>
          <a:solidFill>
            <a:srgbClr val="F0F4FC"/>
          </a:solidFill>
          <a:ln w="12700">
            <a:solidFill>
              <a:srgbClr val="CCD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749039" cy="640080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📄  10 Core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520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Home — chapter intro &amp; mission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About Us — chapter story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President's Corner — message &amp; contact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Executive Board — full officer roster with emails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Programs — chapter initiatives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Events — upcoming activities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News — announcements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Members Portal — login 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25880"/>
            <a:ext cx="3749039" cy="5212080"/>
          </a:xfrm>
          <a:prstGeom prst="rect">
            <a:avLst/>
          </a:prstGeom>
          <a:solidFill>
            <a:srgbClr val="F0F4FC"/>
          </a:solidFill>
          <a:ln w="12700">
            <a:solidFill>
              <a:srgbClr val="CCD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325880"/>
            <a:ext cx="3749039" cy="640080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371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🎯  Key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3520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Mobile-responsive on all devices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Official PBS branding (Royal Blue &amp; Gold)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Officer roster with role-based emails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Events calendar (The Events Calendar plugin)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MailPoet email newsletter integration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ProfilePress member login portal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Yoast SEO — Google-ready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WPForms contact &amp; registration forms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325880"/>
            <a:ext cx="3749039" cy="5212080"/>
          </a:xfrm>
          <a:prstGeom prst="rect">
            <a:avLst/>
          </a:prstGeom>
          <a:solidFill>
            <a:srgbClr val="F0F4FC"/>
          </a:solidFill>
          <a:ln w="12700">
            <a:solidFill>
              <a:srgbClr val="CCD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3749039" cy="640080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371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🔧  Plugins Installed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520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The Events Calendar — event management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Kadence Blocks — page builder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WPForms Lite — contact forms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MailPoet — newsletters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ProfilePress — member login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Yoast SEO — search optimization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44444"/>
                </a:solidFill>
              </a:rPr>
              <a:t>•  Kadence Starter Templates — design library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528816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4F90"/>
                </a:solidFill>
              </a:rPr>
              <a:t>newsite.psibetasigma1914.org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7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943600" cy="6784848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72C"/>
                </a:solidFill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Coming Soon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914400" cy="64008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→  Event Tickets — online registration &amp; ticketing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→  Officer headshots on Executive Board page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→  WPForms contact form integration (Contact &amp; Join)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→  Member portal full activation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→  2026 Golf Tournament — ticket sales open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→  Newsletter signup via MailPoet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→  Google Analytics tracking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Visit the 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48840"/>
            <a:ext cx="914400" cy="64008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72C"/>
                </a:solidFill>
              </a:rPr>
              <a:t>newsite.psibetasigma1914.org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175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Share with brothers, family,
and the Austin community.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023360"/>
            <a:ext cx="5120640" cy="1463040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114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72C"/>
                </a:solidFill>
              </a:rPr>
              <a:t>Questions or Content Updates?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5262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📧 office@psibetasigma1914.org
🌐 newsite.psibetasigma1914.org
📍 Austin, TX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