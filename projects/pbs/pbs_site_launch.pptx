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32320" cy="6858000"/>
          </a:xfrm>
          <a:prstGeom prst="rect">
            <a:avLst/>
          </a:prstGeom>
          <a:solidFill>
            <a:srgbClr val="164F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713232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32320" y="0"/>
            <a:ext cx="5056632" cy="685800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818120" y="822960"/>
            <a:ext cx="3474720" cy="3474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b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914400"/>
            <a:ext cx="320040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0" y="42519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64F90"/>
                </a:solidFill>
                <a:latin typeface="Calibri"/>
              </a:rPr>
              <a:t>Austin Sigmas Chapter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4663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F3765"/>
                </a:solidFill>
                <a:latin typeface="Calibri"/>
              </a:rPr>
              <a:t>Phi Beta Sigma Fraternity, Inc.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88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BCCFF"/>
                </a:solidFill>
                <a:latin typeface="Calibri"/>
              </a:rPr>
              <a:t>INTRODUCING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5448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Our New
Chapter Website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91840"/>
            <a:ext cx="1280160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429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newsite.psibetasigma1914.org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931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BCCFF"/>
                </a:solidFill>
                <a:latin typeface="Calibri"/>
              </a:rPr>
              <a:t>Launched May 2026  ·  Built for Brothers, Families &amp; Friends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64922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4F90"/>
                </a:solidFill>
                <a:latin typeface="Calibri"/>
              </a:rPr>
              <a:t>psibetasigma1914.org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64F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b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960120" cy="960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25880" y="914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BCCFF"/>
                </a:solidFill>
                <a:latin typeface="Calibri"/>
              </a:rPr>
              <a:t>SITE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84048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What's Live &amp; Ready on the New Chapter Site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316736"/>
            <a:ext cx="3822191" cy="5266944"/>
          </a:xfrm>
          <a:prstGeom prst="rect">
            <a:avLst/>
          </a:prstGeom>
          <a:solidFill>
            <a:srgbClr val="E8EFF8"/>
          </a:solidFill>
          <a:ln w="6350">
            <a:solidFill>
              <a:srgbClr val="BB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316736"/>
            <a:ext cx="3822191" cy="566928"/>
          </a:xfrm>
          <a:prstGeom prst="rect">
            <a:avLst/>
          </a:prstGeom>
          <a:solidFill>
            <a:srgbClr val="164F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" y="1371600"/>
            <a:ext cx="36393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📄  10 Core 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38528"/>
            <a:ext cx="354787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1A1A4A"/>
                </a:solidFill>
                <a:latin typeface="Calibri"/>
              </a:rPr>
              <a:t>●  Home — chapter intro &amp; mission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A1A4A"/>
                </a:solidFill>
                <a:latin typeface="Calibri"/>
              </a:rPr>
              <a:t>●  About Us — chapter story &amp; history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A1A4A"/>
                </a:solidFill>
                <a:latin typeface="Calibri"/>
              </a:rPr>
              <a:t>●  President's Corner — message &amp; contact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A1A4A"/>
                </a:solidFill>
                <a:latin typeface="Calibri"/>
              </a:rPr>
              <a:t>●  Executive Board — officers with direct emails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A1A4A"/>
                </a:solidFill>
                <a:latin typeface="Calibri"/>
              </a:rPr>
              <a:t>●  Programs — chapter initiatives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A1A4A"/>
                </a:solidFill>
                <a:latin typeface="Calibri"/>
              </a:rPr>
              <a:t>●  Events — upcoming activities &amp; calendar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A1A4A"/>
                </a:solidFill>
                <a:latin typeface="Calibri"/>
              </a:rPr>
              <a:t>●  News — announcements &amp; updates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A1A4A"/>
                </a:solidFill>
                <a:latin typeface="Calibri"/>
              </a:rPr>
              <a:t>●  Members Portal — secure login area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A1A4A"/>
                </a:solidFill>
                <a:latin typeface="Calibri"/>
              </a:rPr>
              <a:t>●  Join Sigma — membership information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A1A4A"/>
                </a:solidFill>
                <a:latin typeface="Calibri"/>
              </a:rPr>
              <a:t>●  Contact — reach the chapter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316736"/>
            <a:ext cx="3822191" cy="5266944"/>
          </a:xfrm>
          <a:prstGeom prst="rect">
            <a:avLst/>
          </a:prstGeom>
          <a:solidFill>
            <a:srgbClr val="E8EFF8"/>
          </a:solidFill>
          <a:ln w="6350">
            <a:solidFill>
              <a:srgbClr val="BB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316736"/>
            <a:ext cx="3822191" cy="566928"/>
          </a:xfrm>
          <a:prstGeom prst="rect">
            <a:avLst/>
          </a:prstGeom>
          <a:solidFill>
            <a:srgbClr val="164F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1371600"/>
            <a:ext cx="36393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🎯  Key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1" y="1938528"/>
            <a:ext cx="354787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1A1A4A"/>
                </a:solidFill>
                <a:latin typeface="Calibri"/>
              </a:rPr>
              <a:t>●  Mobile-responsive on all devices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A1A4A"/>
                </a:solidFill>
                <a:latin typeface="Calibri"/>
              </a:rPr>
              <a:t>●  Official PBS Royal Blue &amp; White branding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A1A4A"/>
                </a:solidFill>
                <a:latin typeface="Calibri"/>
              </a:rPr>
              <a:t>●  Officer roster with role-based emails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A1A4A"/>
                </a:solidFill>
                <a:latin typeface="Calibri"/>
              </a:rPr>
              <a:t>●  Live events calendar with RSVP/ticketing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A1A4A"/>
                </a:solidFill>
                <a:latin typeface="Calibri"/>
              </a:rPr>
              <a:t>●  MailPoet email newsletter integration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A1A4A"/>
                </a:solidFill>
                <a:latin typeface="Calibri"/>
              </a:rPr>
              <a:t>●  ProfilePress member login portal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A1A4A"/>
                </a:solidFill>
                <a:latin typeface="Calibri"/>
              </a:rPr>
              <a:t>●  WPForms contact &amp; registration forms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A1A4A"/>
                </a:solidFill>
                <a:latin typeface="Calibri"/>
              </a:rPr>
              <a:t>●  Yoast SEO — optimized for Google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A1A4A"/>
                </a:solidFill>
                <a:latin typeface="Calibri"/>
              </a:rPr>
              <a:t>●  Full-width modern Kadence theme layout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A1A4A"/>
                </a:solidFill>
                <a:latin typeface="Calibri"/>
              </a:rPr>
              <a:t>●  2026 Golf Tournament landing page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316736"/>
            <a:ext cx="3822191" cy="5266944"/>
          </a:xfrm>
          <a:prstGeom prst="rect">
            <a:avLst/>
          </a:prstGeom>
          <a:solidFill>
            <a:srgbClr val="E8EFF8"/>
          </a:solidFill>
          <a:ln w="6350">
            <a:solidFill>
              <a:srgbClr val="BBC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316736"/>
            <a:ext cx="3822191" cy="566928"/>
          </a:xfrm>
          <a:prstGeom prst="rect">
            <a:avLst/>
          </a:prstGeom>
          <a:solidFill>
            <a:srgbClr val="164F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7" y="1371600"/>
            <a:ext cx="36393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🔧  Plugins Installed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1938528"/>
            <a:ext cx="354787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>
                <a:solidFill>
                  <a:srgbClr val="1A1A4A"/>
                </a:solidFill>
                <a:latin typeface="Calibri"/>
              </a:rPr>
              <a:t>●  The Events Calendar — event management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A1A4A"/>
                </a:solidFill>
                <a:latin typeface="Calibri"/>
              </a:rPr>
              <a:t>●  Event Tickets — online registration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A1A4A"/>
                </a:solidFill>
                <a:latin typeface="Calibri"/>
              </a:rPr>
              <a:t>●  Kadence Blocks — page builder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A1A4A"/>
                </a:solidFill>
                <a:latin typeface="Calibri"/>
              </a:rPr>
              <a:t>●  WPForms Lite — contact forms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A1A4A"/>
                </a:solidFill>
                <a:latin typeface="Calibri"/>
              </a:rPr>
              <a:t>●  MailPoet — newsletters &amp; email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A1A4A"/>
                </a:solidFill>
                <a:latin typeface="Calibri"/>
              </a:rPr>
              <a:t>●  ProfilePress — member login</a:t>
            </a:r>
          </a:p>
          <a:p>
            <a:pPr>
              <a:spcAft>
                <a:spcPts val="500"/>
              </a:spcAft>
            </a:pPr>
            <a:r>
              <a:rPr sz="1050">
                <a:solidFill>
                  <a:srgbClr val="1A1A4A"/>
                </a:solidFill>
                <a:latin typeface="Calibri"/>
              </a:rPr>
              <a:t>●  Yoast SEO — search optimization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0" y="6620256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newsite.psibetasigma1914.org  ·  Austin Sigmas Chapter  ·  Phi Beta Sigma Fraternity, Inc.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4F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91440"/>
            <a:ext cx="5330952" cy="6766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b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4320"/>
            <a:ext cx="1188720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160020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BCCFF"/>
                </a:solidFill>
                <a:latin typeface="Calibri"/>
              </a:rPr>
              <a:t>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920240"/>
            <a:ext cx="6035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Coming Soon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651760"/>
            <a:ext cx="1097280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788920"/>
            <a:ext cx="6035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→  Event Tickets — online ticketing &amp; paid registration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→  Officer headshots on Executive Board page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→  WPForms contact form — Contact &amp; Join Sigma pages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→  Member portal full activation via ProfilePress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→  2026 Golf Tournament — ticket sales open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→  Newsletter signup via MailPoet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→  Google Analytics tracking setup</a:t>
            </a:r>
          </a:p>
          <a:p>
            <a:pPr>
              <a:spcAft>
                <a:spcPts val="5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→  Full site domain migration to psibetasigma1914.org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64008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4F90"/>
                </a:solidFill>
                <a:latin typeface="Calibri"/>
              </a:rPr>
              <a:t>Visit the Site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298448"/>
            <a:ext cx="914400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43560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4F90"/>
                </a:solidFill>
                <a:latin typeface="Calibri"/>
              </a:rPr>
              <a:t>newsite.psibetasigma1914.org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9202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3765"/>
                </a:solidFill>
                <a:latin typeface="Calibri"/>
              </a:rPr>
              <a:t>Share with brothers, family,
and the Austin community.</a:t>
            </a:r>
          </a:p>
        </p:txBody>
      </p:sp>
      <p:pic>
        <p:nvPicPr>
          <p:cNvPr id="13" name="Picture 12" descr="pb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697480"/>
            <a:ext cx="2560320" cy="25603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995160" y="5486400"/>
            <a:ext cx="4983480" cy="1078992"/>
          </a:xfrm>
          <a:prstGeom prst="rect">
            <a:avLst/>
          </a:prstGeom>
          <a:solidFill>
            <a:srgbClr val="E8EFF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555955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4F90"/>
                </a:solidFill>
                <a:latin typeface="Calibri"/>
              </a:rPr>
              <a:t>Questions or Content Updates?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589788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3765"/>
                </a:solidFill>
                <a:latin typeface="Calibri"/>
              </a:rPr>
              <a:t>📧  office@psibetasigma1914.org
🌐  newsite.psibetasigma1914.org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